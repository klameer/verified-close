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F2A44"/>
                </a:solidFill>
              </a:defRPr>
            </a:pPr>
            <a:r>
              <a:t>Caldergate Distribution Group Ltd</a:t>
            </a:r>
          </a:p>
          <a:p>
            <a:pPr>
              <a:defRPr sz="2600">
                <a:solidFill>
                  <a:srgbClr val="1F2A44"/>
                </a:solidFill>
              </a:defRPr>
            </a:pPr>
            <a:r>
              <a:t>Monthly Management Pack — {{PERIOD}}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DRAFT — built by the verified-close plugin from reviewer-signed figures only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t>Fictitious data (demo estate)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A44"/>
                </a:solidFill>
              </a:defRPr>
            </a:pPr>
            <a:r>
              <a:t>Cash &amp; bank — {{PERIOD}}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{{CASH_TABLE}}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A44"/>
                </a:solidFill>
              </a:defRPr>
            </a:pPr>
            <a:r>
              <a:t>P&amp;L vs budget — {{PERIOD}}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{{VARIANCE_TABLE}}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A44"/>
                </a:solidFill>
              </a:defRPr>
            </a:pPr>
            <a:r>
              <a:t>Commentary — flagged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{{COMMENTARY}}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A44"/>
                </a:solidFill>
              </a:defRPr>
            </a:pPr>
            <a:r>
              <a:t>Close status &amp; sign-off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{{SIGNOFFS}}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